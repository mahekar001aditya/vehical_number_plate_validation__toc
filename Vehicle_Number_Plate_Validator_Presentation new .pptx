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3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2285"/>
            <a:ext cx="7772400" cy="1957070"/>
          </a:xfrm>
        </p:spPr>
        <p:txBody>
          <a:bodyPr>
            <a:noAutofit/>
          </a:bodyPr>
          <a:lstStyle/>
          <a:p>
            <a:r>
              <a:rPr sz="3500">
                <a:latin typeface="Times New Roman" panose="02020603050405020304" charset="0"/>
                <a:cs typeface="Times New Roman" panose="02020603050405020304" charset="0"/>
              </a:rPr>
              <a:t>Vehicle Number Plate Validator</a:t>
            </a:r>
            <a:r>
              <a:rPr lang="en-IN" sz="35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3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Using Regular Expressions and DFA</a:t>
            </a:r>
            <a:br>
              <a:rPr sz="35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IN" sz="35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65375" y="3429000"/>
            <a:ext cx="4498340" cy="148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/>
              <a:t>      </a:t>
            </a:r>
            <a:r>
              <a:rPr lang="en-US" altLang="en-GB" b="1"/>
              <a:t>NAME </a:t>
            </a:r>
            <a:r>
              <a:rPr lang="en-IN" altLang="en-US" b="1"/>
              <a:t>	</a:t>
            </a:r>
            <a:r>
              <a:rPr lang="en-IN" altLang="en-US"/>
              <a:t>				</a:t>
            </a:r>
            <a:r>
              <a:rPr lang="en-US" altLang="en-GB" b="1"/>
              <a:t>USN</a:t>
            </a:r>
            <a:endParaRPr lang="en-US" altLang="en-GB"/>
          </a:p>
          <a:p>
            <a:r>
              <a:rPr lang="en-US" altLang="en-GB"/>
              <a:t>Abhishek Ireddy </a:t>
            </a:r>
            <a:r>
              <a:rPr lang="en-IN" altLang="en-US"/>
              <a:t>			</a:t>
            </a:r>
            <a:r>
              <a:rPr lang="en-US" altLang="en-GB"/>
              <a:t>1BY24CS400</a:t>
            </a:r>
            <a:endParaRPr lang="en-US" altLang="en-GB"/>
          </a:p>
          <a:p>
            <a:r>
              <a:rPr lang="en-US" altLang="en-GB"/>
              <a:t>Abhisheka AM </a:t>
            </a:r>
            <a:r>
              <a:rPr lang="en-IN" altLang="en-US"/>
              <a:t>			</a:t>
            </a:r>
            <a:r>
              <a:rPr lang="en-US" altLang="en-GB"/>
              <a:t>1BY24CS401</a:t>
            </a:r>
            <a:endParaRPr lang="en-US" altLang="en-GB"/>
          </a:p>
          <a:p>
            <a:r>
              <a:rPr lang="en-US" altLang="en-GB"/>
              <a:t>Aditya Mahekar </a:t>
            </a:r>
            <a:r>
              <a:rPr lang="en-IN" altLang="en-US"/>
              <a:t>			</a:t>
            </a:r>
            <a:r>
              <a:rPr lang="en-US" altLang="en-GB"/>
              <a:t>1BY24CS402</a:t>
            </a:r>
            <a:endParaRPr lang="en-US" altLang="en-GB"/>
          </a:p>
          <a:p>
            <a:r>
              <a:rPr lang="en-US" altLang="en-GB"/>
              <a:t>Arun Biradar </a:t>
            </a:r>
            <a:r>
              <a:rPr lang="en-IN" altLang="en-US"/>
              <a:t>				</a:t>
            </a:r>
            <a:r>
              <a:rPr lang="en-US" altLang="en-GB"/>
              <a:t>1BY24CS405</a:t>
            </a:r>
            <a:endParaRPr lang="en-US" altLang="en-GB"/>
          </a:p>
        </p:txBody>
      </p:sp>
      <p:sp>
        <p:nvSpPr>
          <p:cNvPr id="5" name="Text Box 4"/>
          <p:cNvSpPr txBox="1"/>
          <p:nvPr/>
        </p:nvSpPr>
        <p:spPr>
          <a:xfrm>
            <a:off x="733425" y="288290"/>
            <a:ext cx="79476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BMS INSTITUTE OF TECHNOLOGY AND MANAGEMENT</a:t>
            </a:r>
            <a:endParaRPr lang="en-US" altLang="en-GB" sz="25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Autonomous Institute under VTU, Belagavi, Karnataka - 590 018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Yelahanka, Bengaluru, Karnataka - 560 119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41370" y="5248910"/>
            <a:ext cx="27317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Under the Guidance of</a:t>
            </a:r>
            <a:endParaRPr lang="en-US" altLang="en-GB"/>
          </a:p>
          <a:p>
            <a:pPr algn="ctr"/>
            <a:r>
              <a:rPr lang="en-US" altLang="en-GB" b="1"/>
              <a:t>Mrs. Manjula S D</a:t>
            </a:r>
            <a:endParaRPr lang="en-US" altLang="en-GB" b="1"/>
          </a:p>
          <a:p>
            <a:pPr algn="ctr"/>
            <a:r>
              <a:rPr lang="en-US" altLang="en-GB"/>
              <a:t>Associate Professor</a:t>
            </a:r>
            <a:endParaRPr lang="en-US" alt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Vehicle number plates in India follow strict standardized formats.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Manual checking of number plate format often leads to errors.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An automated solution is needed to validate number plates accurately before data is stored.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This project uses Regular Expressions (Regex) and DFA (Deterministic Finite Automata) to validate vehicle numbers.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Problem Context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23605" cy="4526280"/>
          </a:xfrm>
        </p:spPr>
        <p:txBody>
          <a:bodyPr>
            <a:noAutofit/>
          </a:bodyPr>
          <a:lstStyle/>
          <a:p>
            <a:pPr algn="just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Vehicle registration numbers are entered into databases for parking systems, toll systems, logistics, etc.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Incorrect formatting leads to: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Data inconsistency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Failed lookups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Wrong identity assignment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Security risks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Therefore, an automated validator is essential to ensure only correctly formatted number plates are accepted.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Indian Number Plate Format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Format: AA 00 AA 0000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State Code – 2 letters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District Code – 2 digits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Series – 1 or 2 letters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Vehicle Number – 4 digits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Example: KA05MH2456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I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design a system that automatically validates Indian vehicle number plates.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understand and apply Regular Expressions for pattern matching.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build a DFA that represents the structure of a valid number plate.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visualize how each input character transitions between states in the DFA.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create a user-friendly UI that shows: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Input processing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Current state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Acceptance/Rejection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Error highlighting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To ensure real-time validation with clear messages.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Supports Indian number plate format: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KA01AB1234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Can be extended for multiple state codes.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Validates: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State codes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RTO codes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Series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Unique vehicle number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Does NOT handle detection from images (not ANPR).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Focus is on format validation, not recognition.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Workflow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 User enters number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 Regular Expression check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DFA checks character-by-character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Accept or Reject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r>
              <a:rPr lang="en-IN" altLang="en-GB">
                <a:latin typeface="Times New Roman" panose="02020603050405020304" charset="0"/>
                <a:cs typeface="Times New Roman" panose="02020603050405020304" charset="0"/>
              </a:rPr>
              <a:t>Flow Diagram</a:t>
            </a:r>
            <a:endParaRPr lang="en-IN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ChatGPT Image Nov 20, 2025, 01_26_2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86560"/>
            <a:ext cx="7513320" cy="4319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Indian Number Plate Format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Format:</a:t>
            </a:r>
            <a:r>
              <a:rPr lang="en-IN" altLang="en-US" sz="24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LL NN LL NNNN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Where: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569595" y="2748915"/>
          <a:ext cx="7863840" cy="226695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1050290"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Part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Meaning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Example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16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LL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State Code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KA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16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NN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RTO Code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01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16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LL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Series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AB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16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NNNN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Vehicle Number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1234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Real-World Applications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Toll Booth Systems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Traffic Surveillance Cameras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Smart Parking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Law Enforcement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Security Access Systems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Regular Expression Used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Pattern :  </a:t>
            </a:r>
            <a:r>
              <a:rPr lang="en-US" altLang="en-GB"/>
              <a:t>^[A-Z]{2}[0-9]{2}[A-Z]{1,2}[0-9]{4}$</a:t>
            </a:r>
            <a:endParaRPr lang="en-US" altLang="en-GB"/>
          </a:p>
          <a:p>
            <a:pPr marL="0" indent="0">
              <a:buNone/>
            </a:pPr>
            <a:endParaRPr lang="en-US" altLang="en-GB" sz="2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700" b="1">
                <a:latin typeface="Times New Roman" panose="02020603050405020304" charset="0"/>
                <a:cs typeface="Times New Roman" panose="02020603050405020304" charset="0"/>
              </a:rPr>
              <a:t>Explanation:</a:t>
            </a:r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[A-Z]{2} </a:t>
            </a: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 Two uppercase letters (State code)</a:t>
            </a:r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[0-9]{2} </a:t>
            </a: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 Two digits (RTO code)</a:t>
            </a:r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[A-Z]{1,2} </a:t>
            </a: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 One or two letters (Series)</a:t>
            </a:r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[0-9]{4} </a:t>
            </a: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700">
                <a:latin typeface="Times New Roman" panose="02020603050405020304" charset="0"/>
                <a:cs typeface="Times New Roman" panose="02020603050405020304" charset="0"/>
              </a:rPr>
              <a:t> Four digits (Unique Vehicle Number)</a:t>
            </a:r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7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r>
              <a:rPr lang="en-US" altLang="en-GB" sz="6000">
                <a:latin typeface="Times New Roman" panose="02020603050405020304" charset="0"/>
                <a:cs typeface="Times New Roman" panose="02020603050405020304" charset="0"/>
              </a:rPr>
              <a:t>Successfully built a Vehicle Number Plate Validator using:</a:t>
            </a:r>
            <a:endParaRPr lang="en-US" altLang="en-GB" sz="6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6000">
                <a:latin typeface="Times New Roman" panose="02020603050405020304" charset="0"/>
                <a:cs typeface="Times New Roman" panose="02020603050405020304" charset="0"/>
              </a:rPr>
              <a:t>Regular Expressions</a:t>
            </a:r>
            <a:endParaRPr lang="en-US" altLang="en-GB" sz="6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6000">
                <a:latin typeface="Times New Roman" panose="02020603050405020304" charset="0"/>
                <a:cs typeface="Times New Roman" panose="02020603050405020304" charset="0"/>
              </a:rPr>
              <a:t>Deterministic Finite Automaton</a:t>
            </a:r>
            <a:endParaRPr lang="en-US" altLang="en-GB" sz="6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6000">
                <a:latin typeface="Times New Roman" panose="02020603050405020304" charset="0"/>
                <a:cs typeface="Times New Roman" panose="02020603050405020304" charset="0"/>
              </a:rPr>
              <a:t>System achieves high accuracy and simplifies validation.</a:t>
            </a:r>
            <a:endParaRPr lang="en-US" altLang="en-GB" sz="6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6000">
                <a:latin typeface="Times New Roman" panose="02020603050405020304" charset="0"/>
                <a:cs typeface="Times New Roman" panose="02020603050405020304" charset="0"/>
              </a:rPr>
              <a:t>Combines TOC concepts with practical web development.</a:t>
            </a:r>
            <a:endParaRPr lang="en-US" altLang="en-GB" sz="6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6000">
                <a:latin typeface="Times New Roman" panose="02020603050405020304" charset="0"/>
                <a:cs typeface="Times New Roman" panose="02020603050405020304" charset="0"/>
              </a:rPr>
              <a:t>Can be used by parking systems, toll systems, and government portals.</a:t>
            </a:r>
            <a:endParaRPr lang="en-US" altLang="en-GB" sz="6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19*119"/>
  <p:tag name="TABLE_ENDDRAG_RECT" val="50*303*619*11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2852</Words>
  <Application>WPS Presentation</Application>
  <PresentationFormat>On-screen Show (4:3)</PresentationFormat>
  <Paragraphs>146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Office Theme</vt:lpstr>
      <vt:lpstr>Vehicle Number Plate Validator Using Regular Expressions and DFA </vt:lpstr>
      <vt:lpstr>Introduction</vt:lpstr>
      <vt:lpstr>Problem Context</vt:lpstr>
      <vt:lpstr>Indian Number Plate Format</vt:lpstr>
      <vt:lpstr>Regular Expression Used</vt:lpstr>
      <vt:lpstr>DFA Design</vt:lpstr>
      <vt:lpstr>Workflow</vt:lpstr>
      <vt:lpstr>Conclusion</vt:lpstr>
      <vt:lpstr>PowerPoint 演示文稿</vt:lpstr>
      <vt:lpstr>Real-World Applications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Aditya Mahekar</cp:lastModifiedBy>
  <cp:revision>3</cp:revision>
  <dcterms:created xsi:type="dcterms:W3CDTF">2013-01-27T09:14:00Z</dcterms:created>
  <dcterms:modified xsi:type="dcterms:W3CDTF">2025-11-20T09:38:00Z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D3B5A58A6FAA46D498A9B6DB795831E1_13</vt:lpwstr>
  </property>
  <property fmtid="{D5CDD505-2E9C-101B-9397-08002B2CF9AE}" pid="3" name="KSOProductBuildVer">
    <vt:lpwstr>2057-12.2.0.23155</vt:lpwstr>
  </property>
</Properties>
</file>